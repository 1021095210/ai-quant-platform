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AI量化交易平台本周工作汇报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48B"/>
                </a:solidFill>
                <a:latin typeface="Microsoft YaHei"/>
              </a:rPr>
              <a:t>从新环境恢复到可运行平台的完整推进 | 2026-03-30 至 2026-04-03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63240"/>
            <a:ext cx="49377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17296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本周结论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已完成从私有仓库恢复、环境搭建到平台运行验证的完整闭环。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用户端、回测端、复盘端、导师端、助手端、管理员端均已落地到代码与页面。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测试、预检、接力文档、模块文档与常见问题机制已收口。</a:t>
            </a:r>
          </a:p>
        </p:txBody>
      </p:sp>
      <p:pic>
        <p:nvPicPr>
          <p:cNvPr id="8" name="Picture 7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5778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本周目标与结果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本周已经完成从环境恢复到平台主链路跑通的收口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5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汇报周期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134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当前全量测试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12+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主要页面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2016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8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研究工作流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恢复 GitHub 私有仓库，完成 `.venv`、依赖安装、配置补齐、测试验证与服务启动。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把冻结稿中的平台契约、数据库边界、任务模型、数据快照等设计落到实际代码。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逐步完成认证、用户工作台、策略工坊、指标设置、规则模块、回测中心、交易复盘、金融导师、金融助手、管理员后台。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形成可接力开发的主文档、模块文档、工作简报和常见问题机制。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从零恢复到平台跑通的完整流程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本周不是单点修补，而是按顺序把平台从空环境恢复到可持续开发状态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恢复仓库与访问凭据：解决私有仓库拉取、`gh` 认证与 GitHub 持久同步问题。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环境搭建：创建虚拟环境、安装 API 依赖、准备 `.env`、启动本地服务并校验 `healthz`。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平台底座：统一 API envelope、错误码、`request_id`、`config_revision` 和任务状态机。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业务落地：完成用户体系、策略 / 回测 / 复盘 / 教学 / 研究协作 / 管理后台的逐步实现。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流程收口：补齐测试、外部访问、部署基线、发布前预检和接力规则。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阶段性里程碑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2026-04-01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2026-04-02 ~ 2026-04-03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完成仓库恢复、环境搭建、测试验证、服务启动。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完成平台公共契约、数据库边界和 `data_snapshot_ref` 第一阶段。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完成认证、用户工作台、管理员后台与多市场策略语义基线。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完成回测配置对象化、可信度说明、执行规则和回测对比层。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完成交易复盘多源导入、长文字识别、截图 OCR 第一阶段。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完成金融导师 LLM 接入、金融助手第一阶段、应用日志后台与模块化接力文档。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当前平台能力总览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用户侧能力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平台侧能力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首页、登录 / 注册、用户工作台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策略工坊、指标设置、规则模块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回测中心、交易复盘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金融导师、金融助手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管理员工作台、用户管理、安全事件、应用日志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API envelope、错误码、`request_id`、`config_revision`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`data_snapshot_ref`、发布前预检、Docker / Compose 基线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主接力文档 + 模块文档 + 常见问题机制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核心架构与技术选型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平台架构结论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前端：FastAPI 托管的 HTML + Vanilla JavaScript + CSS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后端：Python 3.11 + FastAPI + Uvicorn + SQLAlchemy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数据层：业务 SQLite / PostgreSQL，市场缓存 SQLite，Redis / MinIO 基线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AI：金融导师 + 金融助手，共用 OpenAI 兼容 LLM 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选择轻量多页面架构，保证快速交付与低环境复杂度。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先打稳业务契约、数据快照、回测配置与权限边界，再迭代更深研究能力。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部署上已具备容器化和外部依赖联调基础，可继续迈向正式公网发布。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数据流与业务流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数据流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业务流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策略描述 -&gt; DSL / Python 策略骨架 -&gt; 保存项目版本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发起回测 -&gt; 冻结 backtest_config / config_revision -&gt; 绑定 data_snapshot_ref -&gt; 返回结果与对比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导入交割单 / 截图 / 手动录入 -&gt; 结构化交易记录 -&gt; 复盘总结与建议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首页进入 -&gt; 登录 / 注册 -&gt; 用户工作台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策略工坊生成策略 -&gt; 保存项目 -&gt; 去回测中心运行回测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交易复盘导入真实交易 -&gt; 生成复盘结果 -&gt; 追问金融导师或进入金融助手继续研究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页面成果展示一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平台已形成从公开入口到研究主链路的完整页面结构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5065776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090672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首页：平台公开入口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07592"/>
            <a:ext cx="5065776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0488" y="3090672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用户工作台：研究中枢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rate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1"/>
            <a:ext cx="5065776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" y="5605271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策略工坊：多市场 / 多周期策略生成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7490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cktes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3822191"/>
            <a:ext cx="5065776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90488" y="5605271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回测中心：配置、曲线、历史、对比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页面成果展示二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本周新增的复盘、导师、助手与后台能力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5065776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090672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交易复盘：多源导入与智能识别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n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07592"/>
            <a:ext cx="5065776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0488" y="3090672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金融导师：教学、解释与追问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sis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1"/>
            <a:ext cx="5065776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" y="5605271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金融助手：机构研究协作台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749039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3822191"/>
            <a:ext cx="5065776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90488" y="5605271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/>
              </a:rPr>
              <a:t>管理后台：用户、安全与日志治理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本周重点能力落地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本周不是单一功能开发，而是形成了六条主线能力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回测主线：回测配置对象化、可信度说明、结算规则与市场约束、回测对比层。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复盘主线：CSV / 截图 / 手动录入、多源导入、长文字规则识别、OCR 第一阶段。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教学主线：金融导师支持首次提问与继续追问，且已接入真实 LLM 回答。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研究主线：金融助手第一阶段支持市场地图、公司深研、多空辩论、风险委员会等工作流。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治理主线：管理员后台可查看用户、安全、任务、应用日志与用户报错。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测试、验证与部署收口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本周已经形成真实可运行与可发布前检查的基线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134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全量测试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健康检查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3 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外部依赖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2016" y="137160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8" y="1600200"/>
            <a:ext cx="2468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7490"/>
                </a:solidFill>
                <a:latin typeface="Microsoft YaHei"/>
              </a:rPr>
              <a:t>已收口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1762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部署文档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全量单测通过：`134` 个测试 `OK`。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已覆盖静态资源语法检查、关键页面浏览器验证、外部访问验证、部署预检与依赖联调。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已打通 PostgreSQL / Redis / MinIO 外部依赖联调。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已形成 Dockerfile、Compose 模板、生产 Cookie 与环境配置基线。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接力机制与过程治理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这周另一项关键成果，是把‘能继续开发’本身变成平台流程的一部分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主接力文档继续保留为单文件入口，新 Agent 只读一份文件也能恢复项目。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具体功能状态拆到模块文件，后续 Agent 能直接定位到对应模块继续开发。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常见问题文件已沉淀高频问题，减少反复返工和重复指出同类缺陷。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每轮开发结束都同步 GitHub、接力文档、模块文档和工作简报。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本周问题与处理方式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已解决的问题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7490"/>
                </a:solidFill>
                <a:latin typeface="Microsoft YaHei"/>
              </a:rPr>
              <a:t>当前仍需继续关注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私有仓库认证与 `gh` 环境恢复。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普通 `git push` 不稳定，改为 GitHub API fallback 保证远端同步。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临时外链频繁失效，改成‘验证后再发链接’。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前端脚本缓存与语法错误，增加版本号与静态资源检查。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导师回答机械重复，已接入真实 LLM 回答链路。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外部访问仍主要依赖临时隧道，不是正式长期域名。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多市场数据能力仍以 A 股日线为主，需要继续扩展。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OCR 与长文字识别还需增强更多券商版式与更多市场语义。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金融助手仍在第一阶段，尚未深度绑定当前策略、回测、复盘上下文。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</a:rPr>
              <a:t>下周建议推进重点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Microsoft YaHei"/>
              </a:rPr>
              <a:t>当前阶段重点已经不是从零搭建，而是把已有能力做深、做稳、做成正式产品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金融助手第二阶段：接入当前页面上下文，输出正式研究纪要 / 投委会材料。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交易复盘继续增强：OCR 识别买卖价格、手续费、数量；长文字规则支持更多市场与更多卖出条件。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正式部署准备：固定公网入口、正式域名与 HTTPS、生产运维与监控。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  <a:latin typeface="Microsoft YaHei"/>
              </a:defRPr>
            </a:pPr>
            <a:r>
              <a:t>继续按真人用户习惯优化页面节奏、按钮引导和模块说明。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188720"/>
            <a:ext cx="108813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Microsoft YaHei"/>
              </a:rPr>
              <a:t>本周已完成从“设计稿 + 空环境”到“可运行、可测试、可接力平台”的跨越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平台已形成研究、回测、复盘、教学、研究协作、治理后台六条主线。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开发流程已同时具备代码、测试、部署基线、文档接力与问题治理能力。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Microsoft YaHei"/>
              </a:defRPr>
            </a:pPr>
            <a:r>
              <a:t>下一阶段重点是正式发布能力与更深的研究智能化，而不是重新从零搭建。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Microsoft YaHei"/>
              </a:rPr>
              <a:t>AI量化交易平台周报 | 2026-04-03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